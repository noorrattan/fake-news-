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97280" y="1234440"/>
            <a:ext cx="64008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</a:rPr>
              <a:t>GNA HACKATHON 4.0 -
</a:t>
            </a:r>
            <a:r>
              <a:rPr lang="en-US" sz="3200" b="1" dirty="0">
                <a:solidFill>
                  <a:srgbClr val="C0392B"/>
                </a:solidFill>
              </a:rPr>
              <a:t>2026
</a:t>
            </a:r>
            <a:r>
              <a:rPr lang="en-US" sz="2800" b="1" dirty="0">
                <a:solidFill>
                  <a:srgbClr val="1A1A1A"/>
                </a:solidFill>
              </a:rPr>
              <a:t>TITLE PAGE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73152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ID-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-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-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Title-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11C06-7A40-D4EB-9DA2-5B3B5BE14175}"/>
              </a:ext>
            </a:extLst>
          </p:cNvPr>
          <p:cNvSpPr txBox="1"/>
          <p:nvPr/>
        </p:nvSpPr>
        <p:spPr>
          <a:xfrm>
            <a:off x="3376246" y="2863631"/>
            <a:ext cx="1842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Air-007</a:t>
            </a:r>
          </a:p>
          <a:p>
            <a:endParaRPr lang="en-US" sz="1400" b="1" dirty="0"/>
          </a:p>
          <a:p>
            <a:r>
              <a:rPr lang="en-US" sz="1400" b="1" dirty="0"/>
              <a:t>Monu Kumar</a:t>
            </a:r>
          </a:p>
          <a:p>
            <a:endParaRPr lang="en-US" sz="1400" b="1" dirty="0"/>
          </a:p>
          <a:p>
            <a:r>
              <a:rPr lang="en-US" sz="1400" b="1" dirty="0"/>
              <a:t>Dev Dominators</a:t>
            </a:r>
          </a:p>
          <a:p>
            <a:endParaRPr lang="en-US" sz="1400" b="1" dirty="0"/>
          </a:p>
          <a:p>
            <a:r>
              <a:rPr lang="en-US" sz="1400" b="1" dirty="0"/>
              <a:t>Truth Lens</a:t>
            </a:r>
          </a:p>
          <a:p>
            <a:endParaRPr lang="en-US" sz="1400" b="1" dirty="0"/>
          </a:p>
          <a:p>
            <a:r>
              <a:rPr lang="en-US" sz="1400" b="1" dirty="0"/>
              <a:t>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371600" y="128016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Fake News &amp; Misinformation Detector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137160" cy="137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807208"/>
            <a:ext cx="16459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0392B"/>
                </a:solidFill>
              </a:rPr>
              <a:t>Analyze • Verify • Inform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228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</a:rPr>
              <a:t>6-Stage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4206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</a:rPr>
              <a:t>AI Pipeline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83280" y="3703320"/>
            <a:ext cx="228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0" y="37490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</a:rPr>
              <a:t>3 LLMs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383280" y="4206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</a:rPr>
              <a:t>Gemini + Groq + Serper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703320"/>
            <a:ext cx="228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17920" y="37490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</a:rPr>
              <a:t>100+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17920" y="420624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</a:rPr>
              <a:t>Source Credibility DB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and fake news spread faster than ever online. Readers lack tools to quickly verify claims, assess source credibility, or identify manipulation tactics in news articles.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is a full-stack AI web application that analyzes any news article, URL, or headline and delivers a credibility verdict with detailed reasoning — in seconds.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Social Good — Combating misinformation at scale using state-of-the-art language models.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128016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 Input Handler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URL / Headline / Article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554480" y="1440180"/>
            <a:ext cx="137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91640" y="914400"/>
            <a:ext cx="128016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69164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 Content Extractor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9164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Web Scrape + Trafilatura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71800" y="1440180"/>
            <a:ext cx="137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08960" y="914400"/>
            <a:ext cx="128016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10896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3. AI Analyzer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0896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Gemini 1.5 + Groq Fallback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89120" y="1440180"/>
            <a:ext cx="137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26280" y="914400"/>
            <a:ext cx="128016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2628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4. Web Searcher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2628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Serper + DuckDuckGo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806440" y="1440180"/>
            <a:ext cx="137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0" y="914400"/>
            <a:ext cx="128016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94360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5. Source Checker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Credibility DB (100+ sources)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223760" y="1440180"/>
            <a:ext cx="13716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360920" y="914400"/>
            <a:ext cx="1280160" cy="1051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60920" y="96012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6. Orchestrator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60920" y="1481328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5E8FF"/>
                </a:solidFill>
              </a:rPr>
              <a:t>Score + Verdict Assembly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74320" y="214884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</a:rPr>
              <a:t>BACKEND (FastAPI + Python)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4320" y="2487168"/>
            <a:ext cx="41148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FastAPI REST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Pydantic request/response models with full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Async pipeline with concurrent search &amp; source-check steps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In-memory cache for analysis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CORS middleware, 400/503 error handling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46320" y="21488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</a:rPr>
              <a:t>FRONTEND (React + Vite)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2487168"/>
            <a:ext cx="41148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React + Vite + Tailwind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Framer Motion animations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Axios API layer with error handling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VerdictBanner, SummaryCard, CorroborationCard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Session history via sessionStorage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2651760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5488" y="1005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Multi-Input Analysis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" y="13716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Accepts URLs, raw article text, or just a headline. Automatically detects input type and processes accordingly.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914400"/>
            <a:ext cx="2651760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64408" y="1005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AI Verdict Engine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64408" y="13716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Gemini 1.5 Flash primary model with Groq (LLaMA) fallback. Returns: Likely Real / Likely Fake / Misleading / Unverifiable.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914400"/>
            <a:ext cx="26517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53328" y="10058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Credibility Scoring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53328" y="13716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0–100 score with red flags, credible signals, and manipulation tactics identified. Score clamped and validated.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286000"/>
            <a:ext cx="2651760" cy="123444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Web Corroboration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" y="27432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Searches Serper API + DuckDuckGo fallback for key claims. Concurrent async search for speed.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2286000"/>
            <a:ext cx="2651760" cy="12344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64408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Credibility DB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64408" y="27432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100+ known news domains rated by credibility, bias, and reliability. Fake domain blocklist included.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2286000"/>
            <a:ext cx="2651760" cy="12344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53328" y="2377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 Ready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53328" y="2743200"/>
            <a:ext cx="24688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</a:rPr>
              <a:t>Deployed on Render with render.yaml config. React Vite build with environment variable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</a:rPr>
              <a:t>TECHNICAL STACK &amp; AI PIPELINE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39319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325880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Backend Framework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84832" y="13258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FastAPI (Python 3.11+)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655064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655064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AI Models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084832" y="1655064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Google Gemini 1.5 Flash, Groq LLaMA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984248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1984248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Web Scraping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084832" y="198424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Trafilatura + BeautifulSoup4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313432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2313432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Search APIs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084832" y="231343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Serper API + DuckDuckGo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2642616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" y="2642616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Data Validation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084832" y="264261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Pydantic v2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97180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65760" y="2971800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Frontend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084832" y="297180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React 18 + Vite + Tailwind CSS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3300984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760" y="3300984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Animations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84832" y="3300984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Framer Motion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630168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65760" y="3630168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HTTP Client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084832" y="363016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Axios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" y="3959352"/>
            <a:ext cx="3931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65760" y="3959352"/>
            <a:ext cx="1691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084832" y="395935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Render.com (Backend + Frontend)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ANALYSIS OUTPUT FIELDS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572000" y="1325880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verdict — Likely Real / Fake / Misleading / Unverifiable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0" y="1612087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663440" y="1612087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credibility_score — 0 to 100 (clamped)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0" y="1898294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663440" y="1898294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confidence — High / Medium / Low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72000" y="2184502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663440" y="218450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summary — Plain-language article summary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0" y="2470709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663440" y="2470709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red_flags — List of suspicious signals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572000" y="2756916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663440" y="2756916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credible_signals — List of trust indicators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572000" y="3043123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663440" y="3043123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manipulation_tactics — Detected tactics (e.g. fear-mongering)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572000" y="3329330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663440" y="332933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reasoning — Detailed AI reasoning paragraph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572000" y="3615538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663440" y="3615538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advice — Reader guidance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572000" y="3901745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663440" y="3901745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corroboration_results — Web search evidence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572000" y="4187952"/>
            <a:ext cx="4297680" cy="274320"/>
          </a:xfrm>
          <a:prstGeom prst="rect">
            <a:avLst/>
          </a:prstGeom>
          <a:solidFill>
            <a:srgbClr val="FFF0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663440" y="4187952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domain_info — Source bias, credibility rating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572000" y="4474159"/>
            <a:ext cx="4297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663440" y="4474159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cited_sources — Referenced URLs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</a:rPr>
              <a:t>DEPLOYMENT &amp; DEMO READINESS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201168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932688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FFCC"/>
                </a:solidFill>
              </a:rPr>
              <a:t>PRODUCTION READY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68880" y="896112"/>
            <a:ext cx="201168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68880" y="932688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68880" y="1234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FFCC"/>
                </a:solidFill>
              </a:rPr>
              <a:t>PRODUCTION READY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896112"/>
            <a:ext cx="201168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932688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1234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FFCC"/>
                </a:solidFill>
              </a:rPr>
              <a:t>FULLY WIRED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896112"/>
            <a:ext cx="201168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66560" y="932688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1234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FFCC"/>
                </a:solidFill>
              </a:rPr>
              <a:t>READY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74320" y="17830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DEPLOYMENT DETAILS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74320" y="2148840"/>
            <a:ext cx="42062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Hosted on Render.com (backend + static frontend)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render.yaml config with auto-build commands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Environment variables: GEMINI_API_KEY, GROQ_API_KEY, SERPER_API_KEY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VITE_API_URL set to Render backend URL for frontend build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CORS configured with allowed origins + wildcard fallback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.env excluded in .gitignore (security compliant)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17830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DEMO HIGHLIGHTS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63440" y="2148840"/>
            <a:ext cx="42062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3 hardcoded sample inputs for live demo walkthrough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Groq LLaMA fallback ensures 100% uptime demo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Async pipeline: search + source check run concurrently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Loading stage animations (analyzing → corroborating → finalizing)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Session history preserved across analyses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All 16 backend fields displayed in React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37160"/>
            <a:ext cx="146304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0" y="49011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GNA HACKATHON- | 4.0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0392B"/>
                </a:solidFill>
              </a:rPr>
              <a:t>TruthLens — Because Truth Matters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971800"/>
            <a:ext cx="54864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</a:rPr>
              <a:t>GNA Hackathon 4.0 —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Office PowerPoint</Application>
  <PresentationFormat>On-screen Show (16:9)</PresentationFormat>
  <Paragraphs>150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TruthLens - GNA Hackathon 4.0</dc:title>
  <dc:subject>PptxGenJS Presentation</dc:subject>
  <dc:creator>PptxGenJS</dc:creator>
  <cp:lastModifiedBy>Treck 8</cp:lastModifiedBy>
  <cp:revision>3</cp:revision>
  <dcterms:created xsi:type="dcterms:W3CDTF">2026-04-04T14:05:58Z</dcterms:created>
  <dcterms:modified xsi:type="dcterms:W3CDTF">2026-04-04T14:41:04Z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0E22CC95B766E061C61AD169CCC06C0D_43</vt:lpwstr>
  </property>
  <property fmtid="{D5CDD505-2E9C-101B-9397-08002B2CF9AE}" pid="3" name="KSOProductBuildVer">
    <vt:lpwstr>1033-12.1.23155.23155</vt:lpwstr>
  </property>
</Properties>
</file>